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554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2961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476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801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522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3094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3198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831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MY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71860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841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99241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3BD78F5C-62D0-4911-93E3-7456771C5FAC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55D79ED-0863-45BA-BC11-366DC4C47A0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73834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6F284-4AAB-9D61-32DE-BF11D79049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RGB LED Controlled Sensor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7190C-814E-1B3C-D300-7901C0531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77038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863B-9CBD-8A6E-F1EF-F77158BC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and Purpose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2667-02D6-AA99-9C07-912D869AE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Makes the LED lights follow with the surrounding environment</a:t>
            </a:r>
          </a:p>
          <a:p>
            <a:r>
              <a:rPr lang="en-US" dirty="0"/>
              <a:t>Let the user know that the room temperature is getting hotter or colder</a:t>
            </a:r>
          </a:p>
          <a:p>
            <a:r>
              <a:rPr lang="en-US" dirty="0"/>
              <a:t>It can use as a lamp</a:t>
            </a:r>
          </a:p>
          <a:p>
            <a:r>
              <a:rPr lang="en-US" dirty="0"/>
              <a:t>It mostly uses in places like in a small room, arcade or restaurant</a:t>
            </a:r>
            <a:endParaRPr lang="en-MY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571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5A57-47EC-C427-D049-5667A539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B1909-92DF-28A0-2ADE-A5C489DA9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Sensor</a:t>
            </a:r>
          </a:p>
          <a:p>
            <a:r>
              <a:rPr lang="en-US" dirty="0"/>
              <a:t>Light Sensor, Temperature Sensor, and Touch Sensor</a:t>
            </a:r>
          </a:p>
          <a:p>
            <a:endParaRPr lang="en-US" dirty="0"/>
          </a:p>
          <a:p>
            <a:r>
              <a:rPr lang="en-US" sz="4000" dirty="0"/>
              <a:t>Output</a:t>
            </a:r>
          </a:p>
          <a:p>
            <a:r>
              <a:rPr lang="en-MY" dirty="0"/>
              <a:t>Buzzer and RGB LED</a:t>
            </a:r>
          </a:p>
        </p:txBody>
      </p:sp>
    </p:spTree>
    <p:extLst>
      <p:ext uri="{BB962C8B-B14F-4D97-AF65-F5344CB8AC3E}">
        <p14:creationId xmlns:p14="http://schemas.microsoft.com/office/powerpoint/2010/main" val="99703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87C4-FA88-6160-3243-D8FF34BE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1D7A9-0786-1490-96F9-EEC17D9B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Touch sensor is used to activate and deactivate the LED Lights</a:t>
            </a:r>
          </a:p>
          <a:p>
            <a:r>
              <a:rPr lang="en-US" dirty="0"/>
              <a:t>2. Buzzer make generate a beep everything the touch sensor is used</a:t>
            </a:r>
          </a:p>
          <a:p>
            <a:r>
              <a:rPr lang="en-US" dirty="0"/>
              <a:t>3. LED Lights changes depending on the surrounding temperature</a:t>
            </a:r>
          </a:p>
          <a:p>
            <a:r>
              <a:rPr lang="en-US" dirty="0"/>
              <a:t>4. LED Lights brightness goes brighter when the surrounding environment is darker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1219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3C83-EFCB-1BB7-2EC9-D26E946A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AND FUNCTIONS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0F406-2693-B3C1-3E86-5E280CE4F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280145"/>
          </a:xfrm>
        </p:spPr>
        <p:txBody>
          <a:bodyPr/>
          <a:lstStyle/>
          <a:p>
            <a:r>
              <a:rPr lang="en-US" dirty="0"/>
              <a:t>Set the current touch state so when it restart the device, the LED will not be on</a:t>
            </a:r>
            <a:endParaRPr lang="en-MY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C7D971-AE10-D063-70CD-BD006903E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68" y="2928147"/>
            <a:ext cx="7081026" cy="100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2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3C83-EFCB-1BB7-2EC9-D26E946A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AND FUNCTIONS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0F406-2693-B3C1-3E86-5E280CE4F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280145"/>
          </a:xfrm>
        </p:spPr>
        <p:txBody>
          <a:bodyPr/>
          <a:lstStyle/>
          <a:p>
            <a:r>
              <a:rPr lang="en-US" dirty="0"/>
              <a:t>Toggle the touch sensor state and create buzz sound</a:t>
            </a:r>
            <a:endParaRPr lang="en-M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3EE3B8-3197-EA5C-724E-5A75E5EC4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68" y="3352239"/>
            <a:ext cx="7385610" cy="9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6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3C83-EFCB-1BB7-2EC9-D26E946A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AND FUNCTIONS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0F406-2693-B3C1-3E86-5E280CE4F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280145"/>
          </a:xfrm>
        </p:spPr>
        <p:txBody>
          <a:bodyPr/>
          <a:lstStyle/>
          <a:p>
            <a:r>
              <a:rPr lang="en-US" dirty="0"/>
              <a:t>Control the LED color and brightness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69F9D-2994-BA61-C7FE-7E7647924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067" y="3144253"/>
            <a:ext cx="5691827" cy="344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71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3C83-EFCB-1BB7-2EC9-D26E946A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AND FUNCTIONS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0F406-2693-B3C1-3E86-5E280CE4F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280145"/>
          </a:xfrm>
        </p:spPr>
        <p:txBody>
          <a:bodyPr/>
          <a:lstStyle/>
          <a:p>
            <a:r>
              <a:rPr lang="en-US" dirty="0"/>
              <a:t>Turn off </a:t>
            </a:r>
            <a:r>
              <a:rPr lang="en-US"/>
              <a:t>LED Light and Buzzer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0341BD-7F25-7C4F-8336-B5E9F660B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68" y="3713748"/>
            <a:ext cx="5122333" cy="208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4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C0F8-8823-8A0F-D29B-35DBA295FA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B6BBA-FC93-87EA-5902-3D12254D3B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25583951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ysClr val="windowText" lastClr="000000"/>
      </a:dk1>
      <a:lt1>
        <a:sysClr val="window" lastClr="FFFFFF"/>
      </a:lt1>
      <a:dk2>
        <a:srgbClr val="4A3F38"/>
      </a:dk2>
      <a:lt2>
        <a:srgbClr val="EEEDCB"/>
      </a:lt2>
      <a:accent1>
        <a:srgbClr val="818E9F"/>
      </a:accent1>
      <a:accent2>
        <a:srgbClr val="D26400"/>
      </a:accent2>
      <a:accent3>
        <a:srgbClr val="C3BA45"/>
      </a:accent3>
      <a:accent4>
        <a:srgbClr val="8A8552"/>
      </a:accent4>
      <a:accent5>
        <a:srgbClr val="F3B843"/>
      </a:accent5>
      <a:accent6>
        <a:srgbClr val="786C71"/>
      </a:accent6>
      <a:hlink>
        <a:srgbClr val="46A7CA"/>
      </a:hlink>
      <a:folHlink>
        <a:srgbClr val="B2B2B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21</TotalTime>
  <Words>167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Corbel</vt:lpstr>
      <vt:lpstr>Wingdings 2</vt:lpstr>
      <vt:lpstr>Frame</vt:lpstr>
      <vt:lpstr>RGB LED Controlled Sensor</vt:lpstr>
      <vt:lpstr>Objective and Purpose</vt:lpstr>
      <vt:lpstr>Component </vt:lpstr>
      <vt:lpstr>Function</vt:lpstr>
      <vt:lpstr>CODE AND FUNCTIONS</vt:lpstr>
      <vt:lpstr>CODE AND FUNCTIONS</vt:lpstr>
      <vt:lpstr>CODE AND FUNCTIONS</vt:lpstr>
      <vt:lpstr>CODE AND FUNCTIONS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Blue Led Light and Touch Controlled Sensor</dc:title>
  <dc:creator>tanjia ming</dc:creator>
  <cp:lastModifiedBy>tanjia ming</cp:lastModifiedBy>
  <cp:revision>12</cp:revision>
  <dcterms:created xsi:type="dcterms:W3CDTF">2023-11-26T12:55:47Z</dcterms:created>
  <dcterms:modified xsi:type="dcterms:W3CDTF">2023-11-26T13:57:29Z</dcterms:modified>
</cp:coreProperties>
</file>